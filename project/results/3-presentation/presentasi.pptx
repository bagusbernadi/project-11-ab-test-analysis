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74EA6"/>
                </a:solidFill>
              </a:defRPr>
            </a:pPr>
            <a:r>
              <a:t>Project 11: Apakah iklan menaikkan konversi?</a:t>
            </a:r>
          </a:p>
          <a:p>
            <a:pPr>
              <a:defRPr sz="2000">
                <a:solidFill>
                  <a:srgbClr val="202124"/>
                </a:solidFill>
              </a:defRPr>
            </a:pPr>
            <a:r>
              <a:t>A/B test iklan vs PSA pada 588.101 user (dataset publik)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4EA6"/>
                </a:solidFill>
              </a:defRPr>
            </a:pPr>
            <a:r>
              <a:t>Masalah dan pertanyaan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Apakah menampilkan iklan menghasilkan conversion rate lebih tinggi daripada PSA?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Jika ya, apakah selisihnya cukup besar dan stabil untuk keputusan kampanye?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Aturan uji ditetapkan sebelum melihat hasil: alpha 0,05 dua arah, power 80%, MDE 0,5 poin.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4EA6"/>
                </a:solidFill>
              </a:defRPr>
            </a:pPr>
            <a:r>
              <a:t>Data dan metode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588.101 user, grup ad dan psa. Tidak ada baris yang dibuang.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Uji z dua proporsi, CI 95%, Cohen's h, bootstrap 2.000 resample.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Cek SRM (chi-square terhadap 50:50), segmen hari, kuartil total ads, sensitivitas P99.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Cek silang SQL (DuckDB) vs Python: 36 cek, semua PASS.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368"/>
                </a:solidFill>
              </a:defRPr>
            </a:pPr>
            <a:r>
              <a:t>Dataset tidak memiliki tanggal dan negara. Lisensi belum diverifikasi.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4EA6"/>
                </a:solidFill>
              </a:defRPr>
            </a:pPr>
            <a:r>
              <a:t>Hasil utama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CR ad 2,55% vs psa 1,79%.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Selisih 0,77 poin, 95% CI 0,59 s.d. 0,94, p &lt; 0,0001.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Cohen's h = 0.053 (kecil). Lift relatif 43%.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Estimasi: sekitar 7.692 konversi tambahan per 1 juta user (estimated).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4EA6"/>
                </a:solidFill>
              </a:defRPr>
            </a:pPr>
            <a:r>
              <a:t>Yang perlu diwaspadai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SRM gagal: ad 96,0%, psa 4,0%. Chi-square p &lt; 0,0001.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Efek hanya terlihat di kuartil total ads teratas. Tiga kuartil lainnya tidak berbeda.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total ads mungkin dipengaruhi perlakuan, jadi bukan kontrol kausal.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Tanpa tanggal, negara, dan nilai pembelian.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4EA6"/>
                </a:solidFill>
              </a:defRPr>
            </a:pPr>
            <a:r>
              <a:t>Rekomendasi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Belum rollout berdasarkan angka ini.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Pastikan dengan pemilik data bagaimana grup dibentuk (penyebab SRM).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Uji ulang dengan alokasi acak 50:50, catat sumber dan tanggal.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Uji apakah efeknya nyata pada intensitas iklan menengah.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4EA6"/>
                </a:solidFill>
              </a:defRPr>
            </a:pPr>
            <a:r>
              <a:t>Kesimpulan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Iklan menghasilkan conversion rate lebih tinggi dibanding PSA pada dataset ini.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Namun bukti kausal belum kuat karena alokasi grup tidak seimbang.</a:t>
            </a:r>
          </a:p>
          <a:p>
            <a:pPr>
              <a:spcAft>
                <a:spcPts val="1000"/>
              </a:spcAft>
              <a:defRPr sz="2000">
                <a:solidFill>
                  <a:srgbClr val="202124"/>
                </a:solidFill>
              </a:defRPr>
            </a:pPr>
            <a:r>
              <a:t>• Dashboard, one-sheet, dan notebook tersedia di repositori.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project-11</cp:lastModifiedBy>
  <cp:revision>1</cp:revision>
  <dcterms:created xsi:type="dcterms:W3CDTF">2026-10-27T00:00:00Z</dcterms:created>
  <dcterms:modified xsi:type="dcterms:W3CDTF">2026-10-27T00:00:00Z</dcterms:modified>
  <cp:category/>
</cp:coreProperties>
</file>